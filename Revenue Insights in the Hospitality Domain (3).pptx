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8" r:id="rId3"/>
    <p:sldId id="259" r:id="rId4"/>
    <p:sldId id="269" r:id="rId5"/>
    <p:sldId id="270" r:id="rId6"/>
    <p:sldId id="271" r:id="rId7"/>
    <p:sldId id="272" r:id="rId8"/>
    <p:sldId id="260" r:id="rId9"/>
    <p:sldId id="262" r:id="rId10"/>
    <p:sldId id="264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2149C-0BE3-4C5F-8218-794DA70D80C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B096F-F55E-4F4E-AA56-5BE8DE042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196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B096F-F55E-4F4E-AA56-5BE8DE04284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266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56FF-46DC-48C9-B2CD-A3A126052AF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2F36-FE23-4EC5-8858-9349822A636A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280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56FF-46DC-48C9-B2CD-A3A126052AF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2F36-FE23-4EC5-8858-9349822A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05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56FF-46DC-48C9-B2CD-A3A126052AF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2F36-FE23-4EC5-8858-9349822A636A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836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56FF-46DC-48C9-B2CD-A3A126052AF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2F36-FE23-4EC5-8858-9349822A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3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56FF-46DC-48C9-B2CD-A3A126052AF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2F36-FE23-4EC5-8858-9349822A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136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56FF-46DC-48C9-B2CD-A3A126052AF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2F36-FE23-4EC5-8858-9349822A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13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56FF-46DC-48C9-B2CD-A3A126052AF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2F36-FE23-4EC5-8858-9349822A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716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A7F56FF-46DC-48C9-B2CD-A3A126052AF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FC2F36-FE23-4EC5-8858-9349822A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570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56FF-46DC-48C9-B2CD-A3A126052AF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2F36-FE23-4EC5-8858-9349822A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890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56FF-46DC-48C9-B2CD-A3A126052AF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2F36-FE23-4EC5-8858-9349822A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07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56FF-46DC-48C9-B2CD-A3A126052AF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2F36-FE23-4EC5-8858-9349822A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37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A7F56FF-46DC-48C9-B2CD-A3A126052AF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2FC2F36-FE23-4EC5-8858-9349822A636A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029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6EFCA-D308-903D-E084-59F0E3ACD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9899374" cy="3176944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Code Basics Resume Challenge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400" dirty="0">
                <a:latin typeface="Monotype Corsiva" panose="03010101010201010101" pitchFamily="66" charset="0"/>
                <a:cs typeface="Arial" panose="020B0604020202020204" pitchFamily="34" charset="0"/>
              </a:rPr>
            </a:br>
            <a:br>
              <a:rPr lang="en-US" sz="4400" dirty="0">
                <a:latin typeface="Monotype Corsiva" panose="03010101010201010101" pitchFamily="66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Revenue Insights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Revenue team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the Hospitality Domain					Prepared By: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						Ria Sangwan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394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A0E0F-59B5-B706-470F-16E78F01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Atliq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Grands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D4DA5-348A-D304-38A1-C130DA2D5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51953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Atliq Grands is a premium hotel chain known for offering high-quality hospitality services across multiple cities.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Operates multiple luxury hotels in different locations, focuses on   customer satisfaction, comfort and modern hospitality standards.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Deals with major hospitality functions such as Room Bookings, Revenue Management, Pricing Strategy, Customer experience improvement etc.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3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5C5A-9A94-2212-9063-57D3D927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85C8-A72F-4E0D-EDEB-B7A4CC371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AtliQ Grands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owns multiple five-star hotels across India. They have been in the hospitality industry for the past 20 years. Due to strategic moves from other competitors and ineffective decision-making in management, AtliQ Grands are losing its market share and revenue in the luxury/business hotels category. As a strategic move, the managing director of AtliQ Grands wanted to incorporate “Business and Data Intelligence” to regain their market share and revenue. However, they do not have an in-house data analytics team to provide them with these insights.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Their revenue management team had decided to hire a 3rd party service provider to provide them with insights from their historical data.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822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26AF3-4224-1DB0-2EFA-8F0A76E4B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1AE77-C37D-7E38-134D-DAC65C040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336" y="1963972"/>
            <a:ext cx="9104243" cy="2624962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 am playing the role of a data analyst, who has been provided with sample data and a mockup dashboard, to create a Dashboard according to the mockup provided and create relevant insights that are important for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AtliQ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Grands to regain their market share and revenue.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063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2E686-7426-F2F2-6B05-1D6F4C047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Dataset Details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4D336-E432-D6ED-9D4D-AA1D95D7F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We are provided with Atliq Grands data for bookings: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dataset contains 4 excel files and 3 reference files for measures and mock-up dashboard: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1. dim_customer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2. dim_date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3. dim_hotels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4. fact_bookings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Metrics file for measures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Meta Data Hospitality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Mock up dashboard 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CB9016-737E-8B6F-E12E-29CD649EF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179" y="3235394"/>
            <a:ext cx="2633700" cy="26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3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F5D07-6FE9-B99D-C8C9-AC475D18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Mock-up Dashboard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3F415BAF-3167-EFC6-71BB-D0DE5305A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0289" y="1737360"/>
            <a:ext cx="10058400" cy="4599829"/>
          </a:xfrm>
        </p:spPr>
      </p:pic>
    </p:spTree>
    <p:extLst>
      <p:ext uri="{BB962C8B-B14F-4D97-AF65-F5344CB8AC3E}">
        <p14:creationId xmlns:p14="http://schemas.microsoft.com/office/powerpoint/2010/main" val="3616858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7914-0A9A-434D-CA0C-B73497351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34157-E223-9E5D-773B-EAC0387A5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748256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find out which business metrics are not doing well and understand how we can improve them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weekly and monthly trends of revenue, occupancy, and ratings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underperforming hotels and help them regain their market share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55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C140B-12F8-58EC-03FF-E1521319B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Executive Overview of Atliq Grands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729990-17D5-9881-66BE-7C6C78F9B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1737359"/>
            <a:ext cx="6969034" cy="45328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529E6B-BF04-DCDB-6F3C-E61B54A9BE32}"/>
              </a:ext>
            </a:extLst>
          </p:cNvPr>
          <p:cNvSpPr txBox="1"/>
          <p:nvPr/>
        </p:nvSpPr>
        <p:spPr>
          <a:xfrm>
            <a:off x="8046719" y="2224206"/>
            <a:ext cx="3655424" cy="3907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Hotel revenue and Booking Overview:-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₹2Bn+ total revenue</a:t>
            </a: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generated across properties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135K+ successful bookings</a:t>
            </a: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recorded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233K total room capacity</a:t>
            </a: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indicating strong scale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b="1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AtliQ</a:t>
            </a:r>
            <a:r>
              <a:rPr lang="en-IN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Bay &amp; </a:t>
            </a:r>
            <a:r>
              <a:rPr lang="en-IN" sz="1400" b="1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AtliQ</a:t>
            </a:r>
            <a:r>
              <a:rPr lang="en-IN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Blu</a:t>
            </a: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are the </a:t>
            </a:r>
            <a:r>
              <a:rPr lang="en-IN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top revenue contributors</a:t>
            </a:r>
            <a:endParaRPr lang="en-IN" sz="14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Metro cities (Bangalore, Mumbai, Delhi)</a:t>
            </a: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drive the majority of revenue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Checked-out bookings dominate</a:t>
            </a: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while </a:t>
            </a:r>
            <a:r>
              <a:rPr lang="en-IN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cancellations &amp; no-shows</a:t>
            </a: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remain controlled</a:t>
            </a:r>
          </a:p>
        </p:txBody>
      </p:sp>
    </p:spTree>
    <p:extLst>
      <p:ext uri="{BB962C8B-B14F-4D97-AF65-F5344CB8AC3E}">
        <p14:creationId xmlns:p14="http://schemas.microsoft.com/office/powerpoint/2010/main" val="1072417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B9EB1-4E2D-3D78-5004-24D53BE4C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Revenue Insights of Atliq Grands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23C375-90A6-ED2F-F00A-77BCCB7BE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29" y="1813242"/>
            <a:ext cx="7130142" cy="45065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BA85F4-DE82-E168-7207-EFAF90FAA36E}"/>
              </a:ext>
            </a:extLst>
          </p:cNvPr>
          <p:cNvSpPr txBox="1"/>
          <p:nvPr/>
        </p:nvSpPr>
        <p:spPr>
          <a:xfrm>
            <a:off x="8490857" y="1958864"/>
            <a:ext cx="3429000" cy="3950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Revenue Distribution &amp; Booking Insights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Mumbai</a:t>
            </a: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leads </a:t>
            </a:r>
            <a:r>
              <a:rPr lang="en-IN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revenue contribution</a:t>
            </a: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followed by Bangalore and Hyderabad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Revenue is well diversified across properties, with </a:t>
            </a:r>
            <a:r>
              <a:rPr lang="en-IN" sz="14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AtliQ</a:t>
            </a: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Exotica, Palace, and City as top performers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Online booking platforms drive the majority of bookings, directly impacting revenue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Premium room classes contribute higher revenue, despite lower booking counts</a:t>
            </a:r>
          </a:p>
        </p:txBody>
      </p:sp>
    </p:spTree>
    <p:extLst>
      <p:ext uri="{BB962C8B-B14F-4D97-AF65-F5344CB8AC3E}">
        <p14:creationId xmlns:p14="http://schemas.microsoft.com/office/powerpoint/2010/main" val="817385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8F5E-90DF-22B2-D62A-8DDB777C3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1924"/>
            <a:ext cx="10058400" cy="1450757"/>
          </a:xfrm>
        </p:spPr>
        <p:txBody>
          <a:bodyPr>
            <a:normAutofit/>
          </a:bodyPr>
          <a:lstStyle/>
          <a:p>
            <a:r>
              <a:rPr lang="en-IN" sz="40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Revenue by Booking Status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2CAA28-8601-9AFD-2A9F-AEC7B4AA1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359" y="1817914"/>
            <a:ext cx="6249988" cy="4038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7EF167-1D4B-7139-6B7A-482F753F26BA}"/>
              </a:ext>
            </a:extLst>
          </p:cNvPr>
          <p:cNvSpPr txBox="1"/>
          <p:nvPr/>
        </p:nvSpPr>
        <p:spPr>
          <a:xfrm>
            <a:off x="7564347" y="2286626"/>
            <a:ext cx="4366396" cy="3207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Checked-out bookings contribute ~82% of total revenue, forming the primary revenue base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Cancellations account for ~12%, indicating revenue leakage potential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No-shows remain low (~6%), but still impact capacity utilization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Weekdays vs weekends show varied revenue patterns, useful for dynamic pricing</a:t>
            </a:r>
          </a:p>
        </p:txBody>
      </p:sp>
    </p:spTree>
    <p:extLst>
      <p:ext uri="{BB962C8B-B14F-4D97-AF65-F5344CB8AC3E}">
        <p14:creationId xmlns:p14="http://schemas.microsoft.com/office/powerpoint/2010/main" val="1420727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212B0-7C90-ABEA-38C3-483170D63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                                                                                </a:t>
            </a:r>
            <a:r>
              <a:rPr lang="en-US" sz="4000" dirty="0"/>
              <a:t>         </a:t>
            </a:r>
          </a:p>
          <a:p>
            <a:r>
              <a:rPr lang="en-US" sz="4000" dirty="0"/>
              <a:t>                      </a:t>
            </a:r>
          </a:p>
          <a:p>
            <a:r>
              <a:rPr lang="en-US" sz="4000" dirty="0"/>
              <a:t>                        </a:t>
            </a:r>
            <a:r>
              <a:rPr lang="en-US" sz="8800" dirty="0"/>
              <a:t>Thank You                                                                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122784864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844</TotalTime>
  <Words>565</Words>
  <Application>Microsoft Office PowerPoint</Application>
  <PresentationFormat>Widescreen</PresentationFormat>
  <Paragraphs>48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Monotype Corsiva</vt:lpstr>
      <vt:lpstr>Symbol</vt:lpstr>
      <vt:lpstr>Retrospect</vt:lpstr>
      <vt:lpstr>Code Basics Resume Challenge    Revenue Insights  to Revenue team  in the Hospitality Domain     Prepared By:         Ria Sangwan</vt:lpstr>
      <vt:lpstr>Atliq Grands</vt:lpstr>
      <vt:lpstr>Problem Statement</vt:lpstr>
      <vt:lpstr>Project Objective</vt:lpstr>
      <vt:lpstr>Dataset Details</vt:lpstr>
      <vt:lpstr>Mock-up Dashboard</vt:lpstr>
      <vt:lpstr>Expected Outcomes</vt:lpstr>
      <vt:lpstr>Executive Overview of Atliq Grands</vt:lpstr>
      <vt:lpstr>Revenue Insights of Atliq Grands</vt:lpstr>
      <vt:lpstr>Revenue by Booking Status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Rekha sangwan</dc:creator>
  <cp:lastModifiedBy>Rekha Sangwan</cp:lastModifiedBy>
  <cp:revision>8</cp:revision>
  <dcterms:created xsi:type="dcterms:W3CDTF">2025-12-10T10:58:08Z</dcterms:created>
  <dcterms:modified xsi:type="dcterms:W3CDTF">2025-12-25T17:38:37Z</dcterms:modified>
</cp:coreProperties>
</file>